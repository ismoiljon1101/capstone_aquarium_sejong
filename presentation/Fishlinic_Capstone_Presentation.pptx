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Live sensor stream — last 5 min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t-5m</c:v>
                  </c:pt>
                  <c:pt idx="1">
                    <c:v>t-4m</c:v>
                  </c:pt>
                  <c:pt idx="2">
                    <c:v>t-3m</c:v>
                  </c:pt>
                  <c:pt idx="3">
                    <c:v>t-2m</c:v>
                  </c:pt>
                  <c:pt idx="4">
                    <c:v>t-1m</c:v>
                  </c:pt>
                  <c:pt idx="5">
                    <c:v>now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7.1</c:v>
                </c:pt>
                <c:pt idx="1">
                  <c:v>7</c:v>
                </c:pt>
                <c:pt idx="2">
                  <c:v>7.2</c:v>
                </c:pt>
                <c:pt idx="3">
                  <c:v>7.1</c:v>
                </c:pt>
                <c:pt idx="4">
                  <c:v>7</c:v>
                </c:pt>
                <c:pt idx="5">
                  <c:v>7.1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 °C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t-5m</c:v>
                  </c:pt>
                  <c:pt idx="1">
                    <c:v>t-4m</c:v>
                  </c:pt>
                  <c:pt idx="2">
                    <c:v>t-3m</c:v>
                  </c:pt>
                  <c:pt idx="3">
                    <c:v>t-2m</c:v>
                  </c:pt>
                  <c:pt idx="4">
                    <c:v>t-1m</c:v>
                  </c:pt>
                  <c:pt idx="5">
                    <c:v>now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25.4</c:v>
                </c:pt>
                <c:pt idx="1">
                  <c:v>25.6</c:v>
                </c:pt>
                <c:pt idx="2">
                  <c:v>25.8</c:v>
                </c:pt>
                <c:pt idx="3">
                  <c:v>26</c:v>
                </c:pt>
                <c:pt idx="4">
                  <c:v>26.1</c:v>
                </c:pt>
                <c:pt idx="5">
                  <c:v>26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 mg/L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t-5m</c:v>
                  </c:pt>
                  <c:pt idx="1">
                    <c:v>t-4m</c:v>
                  </c:pt>
                  <c:pt idx="2">
                    <c:v>t-3m</c:v>
                  </c:pt>
                  <c:pt idx="3">
                    <c:v>t-2m</c:v>
                  </c:pt>
                  <c:pt idx="4">
                    <c:v>t-1m</c:v>
                  </c:pt>
                  <c:pt idx="5">
                    <c:v>now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7.5</c:v>
                </c:pt>
                <c:pt idx="1">
                  <c:v>7.4</c:v>
                </c:pt>
                <c:pt idx="2">
                  <c:v>7.4</c:v>
                </c:pt>
                <c:pt idx="3">
                  <c:v>7.3</c:v>
                </c:pt>
                <c:pt idx="4">
                  <c:v>7.4</c:v>
                </c:pt>
                <c:pt idx="5">
                  <c:v>7.5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</c:v>
                  </c:pt>
                  <c:pt idx="1">
                    <c:v>04</c:v>
                  </c:pt>
                  <c:pt idx="2">
                    <c:v>08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7.1</c:v>
                </c:pt>
                <c:pt idx="1">
                  <c:v>7</c:v>
                </c:pt>
                <c:pt idx="2">
                  <c:v>7</c:v>
                </c:pt>
                <c:pt idx="3">
                  <c:v>7.2</c:v>
                </c:pt>
                <c:pt idx="4">
                  <c:v>7.1</c:v>
                </c:pt>
                <c:pt idx="5">
                  <c:v>7</c:v>
                </c:pt>
                <c:pt idx="6">
                  <c:v>7.1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8229600" cy="8229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914400"/>
            <a:ext cx="3657600" cy="36576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400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13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6400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FISHLINIC · CAPSTONE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Aquaculture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pPr indent="0" marL="0">
              <a:buNone/>
            </a:pPr>
            <a:r>
              <a:rPr lang="en-US" sz="30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pPr indent="0" marL="0">
              <a:buNone/>
            </a:pPr>
            <a:r>
              <a:rPr lang="en-US" sz="3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30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Computer Vision </a:t>
            </a:r>
            <a:pPr indent="0" marL="0">
              <a:buNone/>
            </a:pPr>
            <a:r>
              <a:rPr lang="en-US" sz="3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30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IoT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tank that monitors itself, diagnoses fish health,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hardware, and explains everything in plain English.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33832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1264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6968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8696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TICK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6400800"/>
            <a:ext cx="109728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Sejong University · Computer Engineering · 2026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Fishlinic — 5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Aquaculture is a $300B industry — 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run with thermometers and gut feel.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3017520"/>
            <a:ext cx="73152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29184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29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water testing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Hobbyists test pH, DO₂, temperature 1–2× per week with strips. Fish die from chemistry shifts that happen in hours.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301752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3017520"/>
            <a:ext cx="73152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329184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429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caught too late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4632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symptoms mean disease has spread for days. Without continuous monitoring there is no early warning.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21040" y="301752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3017520"/>
            <a:ext cx="73152" cy="3200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0" y="329184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4290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86800" y="4617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 run on dumb timers. Lights ignore sensors. Pump on/off is manual. The system can't react to its own state.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6400800"/>
            <a:ext cx="10972800" cy="365760"/>
          </a:xfrm>
          <a:prstGeom prst="roundRect">
            <a:avLst>
              <a:gd name="adj" fmla="val 12500"/>
            </a:avLst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6400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built the system that does all three. Continuously. Autonomously. Explainably.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Fishlinic — one connected stack from sensor to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974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23160"/>
            <a:ext cx="914400" cy="9144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sensors stream pH, temperature, dissolved O₂, CO₂ at 1 Hz over USB serial. Mock mode keeps demos working without hardware.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2103120"/>
            <a:ext cx="26974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10312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86200" y="2423160"/>
            <a:ext cx="914400" cy="9144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51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86200" y="3886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 — local LLM agent (Ollama + qwen2.5:3b) with tool-calling. Reads sensors, controls hardware, explains decisions.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2103120"/>
            <a:ext cx="26974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210312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66560" y="2423160"/>
            <a:ext cx="914400" cy="9144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6517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766560" y="3886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disease detector + counting model + ConvLSTM-VAE behavior anomaly detector run continuously on the camera feed.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281160" y="2103120"/>
            <a:ext cx="26974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81160" y="210312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646920" y="2423160"/>
            <a:ext cx="914400" cy="9144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6517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469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646920" y="3886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Relay-driven feeder, air pump, LED strip. Cron-style scheduler orchestrates feed times, lighting cycles, and emergency overrides.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pillars feed each other.  Reason → Act loop closes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services. One source of truth.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82296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Main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· DO₂ · CO₂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743200" cy="82296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· Secondary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Relays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2743200" cy="82296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· YOLO feed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18320" y="1828800"/>
            <a:ext cx="2194560" cy="822960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0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actuators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· Pump · 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4114800" cy="777240"/>
          </a:xfrm>
          <a:prstGeom prst="rect">
            <a:avLst/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Bridge :3001 (Node.js)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JSON → REST · MOCK_MODE fallback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2926080"/>
            <a:ext cx="4114800" cy="777240"/>
          </a:xfrm>
          <a:prstGeom prst="rect">
            <a:avLst/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Predictor :8001 (FastAPI)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· ConvLSTM-VAE · Random Forest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0972800" cy="1005840"/>
          </a:xfrm>
          <a:prstGeom prst="rect">
            <a:avLst/>
          </a:prstGeom>
          <a:solidFill>
            <a:srgbClr val="020617"/>
          </a:solidFill>
          <a:ln w="12700">
            <a:solidFill>
              <a:srgbClr val="020617">
                <a:alpha val="0"/>
              </a:srgbClr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023360"/>
            <a:ext cx="9144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Backend  ·  :3000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4480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modules: sensors · alerts · actuators · vision · voice · fish · cron · gateway ·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7365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Socket.IO · TypeORM (SQLite/Postgres) · Cron tick @60s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5349240"/>
            <a:ext cx="2926080" cy="77724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63040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· iOS / Android / Web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5349240"/>
            <a:ext cx="2926080" cy="77724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NextAuth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3840" y="5349240"/>
            <a:ext cx="2926080" cy="777240"/>
          </a:xfrm>
          <a:prstGeom prst="rect">
            <a:avLst/>
          </a:prstGeom>
          <a:solidFill>
            <a:srgbClr val="F0F9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55280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 LLM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:11434 · qwen2.5:3b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2651760"/>
            <a:ext cx="0" cy="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651760"/>
            <a:ext cx="0" cy="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2651760"/>
            <a:ext cx="0" cy="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15600" y="2651760"/>
            <a:ext cx="0" cy="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86200" y="370332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32520" y="370332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34640" y="502920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502920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6880" y="5029200"/>
            <a:ext cx="0" cy="32004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16   ·  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tooling, end to end.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· Socket.IO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Class-validator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1828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1828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5152" y="2103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· RN 0.81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React 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Controller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1828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1584" y="1828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75904" y="2103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40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75904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NextAuth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14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26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389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1440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PyTorch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· scikit-learn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70832" y="4114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0832" y="4114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45152" y="4389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5262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22392" y="4389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45152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qwen2.5:3b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protocol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01584" y="4114800"/>
            <a:ext cx="361188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01584" y="411480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75904" y="4389120"/>
            <a:ext cx="640080" cy="64008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52628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53144" y="4389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375904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driver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Monorepo: pnpm workspaces · 3 apps + 3 services + shared types · 50k+ LOC 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</a:t>
            </a:r>
            <a:pPr indent="0" marL="0">
              <a:buNone/>
            </a:pPr>
            <a:r>
              <a:rPr lang="en-US" sz="38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</a:t>
            </a:r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that actually runs the tank.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834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on-device via Ollama. No cloud, no API fees, no privacy concerns.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66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sensors, controls hardware, queries history. 6 tools wired into the agent loop.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Confirm-before-act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754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 requires confirmation. Auto mode lets Veronica respond to emergencies alone.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34924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864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Sessioned chat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17320" y="5715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every conversation. Restores context across app reopens.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040880" y="2468880"/>
            <a:ext cx="457200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040880" y="2468880"/>
            <a:ext cx="45720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58775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3524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 · LIVE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1155680" y="26700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412480" y="324612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50392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my fish today?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23760" y="39319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315200" y="3977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7.1, temp 26°C, DO 7.4 mg/L — all healthy. Vision detected 12 active fish, no stress signs. Last feeding 3h ago.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412480" y="521208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503920" y="5212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LED.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223760" y="5852160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315200" y="5870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ACTION:  Turn LED ON.  [Cancel] [Confirm]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models. One camera feed.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6400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· DISEASE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yolo_disease.pt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curated set of fungal infection, fin rot, ich, and ulcer images. Runs every camera tick when fish are visible. Bounding boxes + confidence per disease class.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828800"/>
            <a:ext cx="3611880" cy="6400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· COUNT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yolo_count.pt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active fish per frame. Drives the population badge in the UI and detects population drops that may indicate mortality events.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 fish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828800"/>
            <a:ext cx="3611880" cy="6400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ConvLSTM-VAE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convlstm_vae.pth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971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 over 5-frame sequences. Learns 'normal' fish swimming patterns. High reconstruction loss → behavior anomaly (stress, hypoxia, panic).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frames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50392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WINDOW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in FastAPI service on port 8001 — auto-detects GPU/CPU, batches frames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Arduino to your phone in 200 ms.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2880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0" y="182880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reading + JSON encode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0" y="26974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269748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→ Bridge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baud · packet validate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0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80960" y="356616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→ Backend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0" y="3611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/serial/reading · TypeORM persist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80960" y="443484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80960" y="443484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22960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broadcast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1560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sensor:update event to all clients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680960" y="53035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680960" y="5303520"/>
            <a:ext cx="54864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0" y="5349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229600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UI render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515600" y="5349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update · 60fps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native UI — built once, runs everywhere.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2402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377440"/>
            <a:ext cx="685800" cy="6858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420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pH, temp, DO gauges with smooth animations.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71800" y="2011680"/>
            <a:ext cx="22402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71800" y="201168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2377440"/>
            <a:ext cx="685800" cy="6858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5420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Controls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154680" y="379476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feed trigger, pump and LED toggles, schedule editor.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303520" y="2011680"/>
            <a:ext cx="22402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201168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0760" y="2377440"/>
            <a:ext cx="685800" cy="6858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4203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 Chat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0" y="379476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interface to the AI agent with session history.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635240" y="2011680"/>
            <a:ext cx="22402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35240" y="201168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12480" y="2377440"/>
            <a:ext cx="685800" cy="6858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5420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1812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Health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818120" y="379476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disease detection feed with confidence scores and trend.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966960" y="2011680"/>
            <a:ext cx="22402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966960" y="2011680"/>
            <a:ext cx="2240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744200" y="2377440"/>
            <a:ext cx="685800" cy="6858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54203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14984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0149840" y="3794760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thresholds trigger real device push notifications.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SDK 54  ·  React Native 0.81.5  ·  React 19  ·  Keyboard Controller  ·  AsyncStorage  ·  expo-speech  ·  expo-notifications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for your aquaculture operation.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858000" cy="4572000"/>
          </a:xfrm>
          <a:prstGeom prst="rect">
            <a:avLst/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68580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93392"/>
            <a:ext cx="118872" cy="1188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9339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fishlinic.dashboard / live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Fishlinic Monitor · Tank #1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4173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71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2926080"/>
            <a:ext cx="14173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71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060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2926080"/>
            <a:ext cx="14173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971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06240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2926080"/>
            <a:ext cx="14173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971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064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06440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0" y="4023360"/>
            <a:ext cx="630936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· 24h</a:t>
            </a:r>
            <a:endParaRPr lang="en-US" sz="1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1005840" y="4389120"/>
          <a:ext cx="612648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914400" y="5852160"/>
            <a:ext cx="630936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7280" y="5852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Cleaning reminder · last cleaned 14 days ago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772400" y="20116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03120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41248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charts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7772400" y="26974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7889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41248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hardware controls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7772400" y="33832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474720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41248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with detections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7772400" y="40690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160520"/>
            <a:ext cx="320040" cy="32004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41248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Veronica chat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7772400" y="47548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846320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41248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— Google + email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7772400" y="544068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>
                <a:alpha val="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5532120"/>
            <a:ext cx="320040" cy="32004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412480" y="5440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profiles + roles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non-obvious decisions that made it work.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cron tick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timer drives all scheduled work — no fragile multiple cron jobs. Feeders, lights, cleaning, alerts all on one beat.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103120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2219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everywhere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788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bridge fall back to simulated data when hardware is offline. Demos work without an Arduino plugged in.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103120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219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sockets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75904" y="2788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telemetry; clients emit commands. Single Socket.IO gateway handles both directions with type-safe events.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233672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507992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62686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507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1937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Veronica uses Ollama function-calling to read sensors and act. Agent loop with iteration limit + confirmation gating prevents runaway.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70832" y="4233672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507992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62686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4507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Design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51937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→ molecules → organisms → screens. Mobile and dashboard share the same component vocabulary across teams.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4233672"/>
            <a:ext cx="361188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507992"/>
            <a:ext cx="594360" cy="59436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62686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507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TypeScript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75904" y="51937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+ apps import types from shared/types. One change to a sensor type ripples to mobile, dashboard, backend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work, shipped.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mobile, dashboard, shared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920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· alerts · actuators · vision · voice · fish · cron · gateway ·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20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5953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YOLOv11×2, ConvLSTM-VAE, RF, Qwen2.5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206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1440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surfaces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(iOS/Android/Web), Dashboard, Voice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4206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475488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UI latency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5715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→ Bridge → API → Socket → Phone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420624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06240"/>
            <a:ext cx="73152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859536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0" y="5715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+ mock mode + local DB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comes together — one minute, end to end.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468880"/>
            <a:ext cx="0" cy="6400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86868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20848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state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dashboard. Live pH 7.1, temp 26°C, 12 fish counted by YOLO.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06324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337560"/>
            <a:ext cx="0" cy="6400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880360"/>
            <a:ext cx="86868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29535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'Feed' on mobile. Relay clicks. Camera shows fish swarming.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93192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206240"/>
            <a:ext cx="0" cy="6400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86868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0" y="38221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41148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flags possible fin rot — alert pops up on mobile + dashboard.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480060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5074920"/>
            <a:ext cx="0" cy="6400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709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4617720"/>
            <a:ext cx="86868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46908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Veronica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9834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query: 'how are my fish today?' She reads sensors + diagnoses live.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" y="566928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5577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5486400"/>
            <a:ext cx="86868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926080" y="5559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26080" y="5852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auto mode — Veronica sees high temp, turns on pump unprompted.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engineers. Five disciplines. One product.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94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194560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514600"/>
            <a:ext cx="914400" cy="914400"/>
          </a:xfrm>
          <a:prstGeom prst="ellipse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517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Architect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438912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72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(NestJS), Mobile (Expo), Veronica agent, system integration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71800" y="2011680"/>
            <a:ext cx="2194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71800" y="2011680"/>
            <a:ext cx="21945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251460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6517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632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0632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Specialist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37560" y="438912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54680" y="4572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schemas, migrations, Supabase production wiring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03520" y="2011680"/>
            <a:ext cx="2194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0" y="2011680"/>
            <a:ext cx="21945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0" y="251460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65176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9496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Hamidullah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3949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69280" y="438912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0" y="4572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atomic UI system, mobile styling polish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635240" y="2011680"/>
            <a:ext cx="2194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635240" y="2011680"/>
            <a:ext cx="2194560" cy="1371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275320" y="2514600"/>
            <a:ext cx="914400" cy="914400"/>
          </a:xfrm>
          <a:prstGeom prst="ellipse">
            <a:avLst/>
          </a:prstGeom>
          <a:solidFill>
            <a:srgbClr val="F43F5E">
              <a:alpha val="20000"/>
            </a:srgbClr>
          </a:solidFill>
          <a:ln w="25400">
            <a:solidFill>
              <a:srgbClr val="F43F5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651760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2668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Firdavs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7266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001000" y="438912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818120" y="4572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disease + count, ConvLSTM-VAE, Random Forest pipeline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966960" y="2011680"/>
            <a:ext cx="2194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966960" y="2011680"/>
            <a:ext cx="2194560" cy="137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607040" y="2514600"/>
            <a:ext cx="914400" cy="914400"/>
          </a:xfrm>
          <a:prstGeom prst="ellipse">
            <a:avLst/>
          </a:prstGeom>
          <a:solidFill>
            <a:srgbClr val="21295C">
              <a:alpha val="20000"/>
            </a:srgbClr>
          </a:solidFill>
          <a:ln w="25400">
            <a:solidFill>
              <a:srgbClr val="21295C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651760"/>
            <a:ext cx="640080" cy="6400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05840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Sarvar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100584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Engineer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10332720" y="438912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0149840" y="4572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firmware (main + secondary), USB serial protocol, relays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Sejong University · Computer Engineering Department · Capstone 2026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capstone to product.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3108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Multi-tank scaling (1 backend, N tanks)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for sensor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deployment with Terraform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role-based access (owner/staff)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828800"/>
            <a:ext cx="36118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246120"/>
            <a:ext cx="3108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Veronica to 4-bit (Q4_K_M)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aquarium-specific corpus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 for camera Q&amp;A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from sensor trends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828800"/>
            <a:ext cx="36118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96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Pilot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964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3246120"/>
            <a:ext cx="3108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local fish farms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 with cloud sync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Industrial-grade sensor packages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marketplace for replacements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</a:t>
            </a:r>
            <a:pPr indent="0" marL="0">
              <a:buNone/>
            </a:pPr>
            <a:r>
              <a:rPr lang="en-US" sz="22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obsession</a:t>
            </a:r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fish.  </a:t>
            </a:r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846320"/>
            <a:ext cx="91440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FISHLINIC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Aquaculture System · Sejong University Capstone 2026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669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github.com/Ismoiljon1101/capstone_aquarium_sejong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5486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Sejong University Capstone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Fishlinic — Smart Aquaculture System</dc:title>
  <dc:subject>PptxGenJS Presentation</dc:subject>
  <dc:creator>Team Fishlinic · Sejong University</dc:creator>
  <cp:lastModifiedBy>Team Fishlinic · Sejong University</cp:lastModifiedBy>
  <cp:revision>1</cp:revision>
  <dcterms:created xsi:type="dcterms:W3CDTF">2026-05-05T12:14:06Z</dcterms:created>
  <dcterms:modified xsi:type="dcterms:W3CDTF">2026-05-05T12:14:06Z</dcterms:modified>
</cp:coreProperties>
</file>